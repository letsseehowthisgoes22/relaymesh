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assets/relaymesh-thumbn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0"/>
            <a:ext cx="643737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B17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40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F35A"/>
                </a:solidFill>
              </a:rPr>
              <a:t>DECENTRALIZED DELAY-TOLERANT MESSAGING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RelayMesh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85800" y="214884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Messages find a way.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Even when networks fail.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94944" y="39776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CE"/>
                </a:solidFill>
              </a:rPr>
              <a:t>Encrypted fragments travel across opt-in devices. Useful relays earn RLY only after delivery.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4944" y="59893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B9F35A"/>
                </a:solidFill>
              </a:rPr>
              <a:t>WORKING MVP  •  SOLIDITY  •  WEB CRYPTO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B4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714"/>
                </a:solidFill>
              </a:rPr>
              <a:t>Networks fail exactly when communication matters most.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D9DE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714"/>
                </a:solidFill>
              </a:rPr>
              <a:t>Centralized messaging has three brittle dependencies: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4B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2404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14"/>
                </a:solidFill>
              </a:rPr>
              <a:t>A live route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40487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36F"/>
                </a:solidFill>
              </a:rPr>
              <a:t>No cellular or internet path means no delivery.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4B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3438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14"/>
                </a:solidFill>
              </a:rPr>
              <a:t>A trusted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43814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36F"/>
                </a:solidFill>
              </a:rPr>
              <a:t>A single provider can fail, censor, or disappear.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44897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4B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4471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14"/>
                </a:solidFill>
              </a:rPr>
              <a:t>Free relay labor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447141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36F"/>
                </a:solidFill>
              </a:rPr>
              <a:t>Strangers have no reason to carry encrypted traffic.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5715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B4B"/>
                </a:solidFill>
              </a:rPr>
              <a:t>RelayMesh removes all three.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B4B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714"/>
                </a:solidFill>
              </a:rPr>
              <a:t>Encrypt → fragment → relay → reconstruct → reward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D9DE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E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714"/>
                </a:solidFill>
              </a:rPr>
              <a:t>Encrypt locally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3703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AES-256-GCM; plaintext never reaches a relay.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81528" y="312724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6B4B"/>
                </a:solidFill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56432" y="187452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E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714"/>
                </a:solidFill>
              </a:rPr>
              <a:t>Scatter fragments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3703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Shuffled ciphertext takes independent store-carry-forward paths.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312724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6B4B"/>
                </a:solidFill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227064" y="187452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E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28232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714"/>
                </a:solidFill>
              </a:rPr>
              <a:t>Find the receiver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28232" y="3703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Phrase-derived rotating tags avoid a permanent public identity.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22792" y="312724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6B4B"/>
                </a:solidFill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997696" y="187452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0B1714"/>
          </a:solidFill>
          <a:ln w="12700">
            <a:solidFill>
              <a:srgbClr val="0B17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F35A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98864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Settle useful work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98864" y="3703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5D0"/>
                </a:solidFill>
              </a:rPr>
              <a:t>Receiver-signed receipt releases escrowed RLY.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B4B"/>
                </a:solidFill>
              </a:rPr>
              <a:t>RECEIVER DISCOVERY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714"/>
                </a:solidFill>
              </a:rPr>
              <a:t>The phrase is a key and a private map.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D9DE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B4B"/>
                </a:solidFill>
              </a:rPr>
              <a:t>PBKDF2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36F"/>
                </a:solidFill>
              </a:rPr>
              <a:t>Shared phrase + random salt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6052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714"/>
                </a:solidFill>
              </a:rPr>
              <a:t>AES KEY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6052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36F"/>
                </a:solidFill>
              </a:rPr>
              <a:t>Only the receiver can decrypt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714"/>
                </a:solidFill>
              </a:rPr>
              <a:t>ROUTING TAGS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5236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36F"/>
                </a:solidFill>
              </a:rPr>
              <a:t>Rotate by time window; no stable identity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F35A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F35A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10698480" cy="1325880"/>
          </a:xfrm>
          <a:prstGeom prst="roundRect">
            <a:avLst/>
          </a:prstGeom>
          <a:solidFill>
            <a:srgbClr val="0B1714"/>
          </a:solidFill>
          <a:ln w="12700">
            <a:solidFill>
              <a:srgbClr val="0B17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160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Relays can match temporary hints. They cannot derive plaintext, the full bundle, or a permanent receiver address.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B4B"/>
                </a:solidFill>
              </a:rPr>
              <a:t>WEB3 INCENTIVE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714"/>
                </a:solidFill>
              </a:rPr>
              <a:t>RelayCoin pays for delivery, not noise.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D9DE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920240"/>
            <a:ext cx="960120" cy="960120"/>
          </a:xfrm>
          <a:prstGeom prst="ellipse">
            <a:avLst/>
          </a:prstGeom>
          <a:solidFill>
            <a:srgbClr val="0B1714"/>
          </a:solidFill>
          <a:ln w="12700">
            <a:solidFill>
              <a:srgbClr val="0B1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222199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1272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14"/>
                </a:solidFill>
              </a:rPr>
              <a:t>Sender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8408" y="35295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Escrows RLY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90088" y="22219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6B4B"/>
                </a:solidFill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224528" y="1920240"/>
            <a:ext cx="960120" cy="960120"/>
          </a:xfrm>
          <a:prstGeom prst="ellipse">
            <a:avLst/>
          </a:prstGeom>
          <a:solidFill>
            <a:srgbClr val="0B1714"/>
          </a:solidFill>
          <a:ln w="12700">
            <a:solidFill>
              <a:srgbClr val="0B17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222199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50208" y="31272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14"/>
                </a:solidFill>
              </a:rPr>
              <a:t>Relay nodes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31336" y="35295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Carry fragments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43016" y="22219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6B4B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077456" y="1920240"/>
            <a:ext cx="960120" cy="960120"/>
          </a:xfrm>
          <a:prstGeom prst="ellipse">
            <a:avLst/>
          </a:prstGeom>
          <a:solidFill>
            <a:srgbClr val="0B1714"/>
          </a:solidFill>
          <a:ln w="12700">
            <a:solidFill>
              <a:srgbClr val="0B17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5744" y="222199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03136" y="31272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14"/>
                </a:solidFill>
              </a:rPr>
              <a:t>Receiver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84264" y="35295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Signs receipt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95944" y="22219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6B4B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9930384" y="1920240"/>
            <a:ext cx="960120" cy="960120"/>
          </a:xfrm>
          <a:prstGeom prst="ellipse">
            <a:avLst/>
          </a:prstGeom>
          <a:solidFill>
            <a:srgbClr val="B9F35A"/>
          </a:solidFill>
          <a:ln w="12700">
            <a:solidFill>
              <a:srgbClr val="B9F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222199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14"/>
                </a:solidFill>
              </a:rPr>
              <a:t>RLY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56064" y="31272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14"/>
                </a:solidFill>
              </a:rPr>
              <a:t>Contract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37192" y="35295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Releases RLY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800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No delivery, no reward. Sender-funded escrow and receipt-based settlement make spam expensive and useful carrying valuable.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B4B"/>
                </a:solidFill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714"/>
                </a:solidFill>
              </a:rPr>
              <a:t>A working cryptographic MVP today.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D9DED7"/>
            </a:solidFill>
            <a:prstDash val="solid"/>
          </a:ln>
        </p:spPr>
      </p:sp>
      <p:pic>
        <p:nvPicPr>
          <p:cNvPr id="5" name="Image 0" descr="../assets/relaymesh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0784"/>
            <a:ext cx="68122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714"/>
                </a:solidFill>
              </a:rPr>
              <a:t>What runs now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936992" y="2331720"/>
            <a:ext cx="3429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PBKDF2 phrase-derived key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AES-256-GCM encryption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Five shuffled ciphertext fragments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Independent relay animation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SHA-256 integrity check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Wrong-phrase + tamper rejection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66736F"/>
                </a:solidFill>
              </a:rPr>
              <a:t>RLY reward settlement simulation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B4B"/>
                </a:solidFill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714"/>
                </a:solidFill>
              </a:rPr>
              <a:t>The protocol travels farther than the internet.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0"/>
          </a:xfrm>
          <a:prstGeom prst="line">
            <a:avLst/>
          </a:prstGeom>
          <a:noFill/>
          <a:ln w="12700">
            <a:solidFill>
              <a:srgbClr val="D9DE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6B4B"/>
                </a:solidFill>
              </a:rPr>
              <a:t>NOW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395728" cy="2423160"/>
          </a:xfrm>
          <a:prstGeom prst="roundRect">
            <a:avLst/>
          </a:prstGeom>
          <a:solidFill>
            <a:srgbClr val="0B1714"/>
          </a:solidFill>
          <a:ln w="12700">
            <a:solidFill>
              <a:srgbClr val="0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9F35A"/>
                </a:solidFill>
              </a:rPr>
              <a:t>Browser MVP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D2CE"/>
                </a:solidFill>
              </a:rPr>
              <a:t>Crypto core + Solidity reward contracts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36392" y="31821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6432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6B4B"/>
                </a:solidFill>
              </a:rPr>
              <a:t>NEXT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56432" y="2331720"/>
            <a:ext cx="23957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714"/>
                </a:solidFill>
              </a:rPr>
              <a:t>Real mesh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85032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libp2p, Bluetooth, Wi-Fi Direct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07024" y="31821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7064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6B4B"/>
                </a:solidFill>
              </a:rPr>
              <a:t>FIELD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27064" y="2331720"/>
            <a:ext cx="23957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714"/>
                </a:solidFill>
              </a:rPr>
              <a:t>Remote range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55664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LoRa bridge + erasure coding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77656" y="31821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B4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97696" y="18745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6B4B"/>
                </a:solidFill>
              </a:rPr>
              <a:t>SCALE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97696" y="2331720"/>
            <a:ext cx="23957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714"/>
                </a:solidFill>
              </a:rPr>
              <a:t>Open network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226296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36F"/>
                </a:solidFill>
              </a:rPr>
              <a:t>Testnet incentives + audited clients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349240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6B4B"/>
                </a:solidFill>
              </a:rPr>
              <a:t>RelayMesh turns disconnected devices into a privacy-preserving delivery network — and makes successful delivery worth something.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0080" y="6565392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36F"/>
                </a:solidFill>
              </a:rPr>
              <a:t>RELAYMESH  /  3RD WEB HACK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528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B4B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RelayMesh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RelayMesh — Messages find a way</dc:title>
  <dc:subject>3rd Web Hack submission</dc:subject>
  <dc:creator>RelayMesh</dc:creator>
  <cp:lastModifiedBy>RelayMesh</cp:lastModifiedBy>
  <cp:revision>1</cp:revision>
  <dcterms:created xsi:type="dcterms:W3CDTF">2026-09-18T00:28:36Z</dcterms:created>
  <dcterms:modified xsi:type="dcterms:W3CDTF">2026-09-18T00:28:36Z</dcterms:modified>
</cp:coreProperties>
</file>